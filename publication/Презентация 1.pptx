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A5643-7D22-DB34-0B58-0A63A2FBB30B}" v="201" dt="2025-12-06T06:50:19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9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5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1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3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4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7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3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6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2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7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0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18">
            <a:extLst>
              <a:ext uri="{FF2B5EF4-FFF2-40B4-BE49-F238E27FC236}">
                <a16:creationId xmlns:a16="http://schemas.microsoft.com/office/drawing/2014/main" id="{4D4E431C-C1D8-4876-B98F-A5B555E10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44208C3-6917-46CA-ADEA-1F173BB86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308417-9765-415C-9CD2-34554792F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37C25D-FEAA-4C0D-B5F5-CB3AA0914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8D0890-1EB5-4BFA-99C0-AE7CD366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Graphic 33">
              <a:extLst>
                <a:ext uri="{FF2B5EF4-FFF2-40B4-BE49-F238E27FC236}">
                  <a16:creationId xmlns:a16="http://schemas.microsoft.com/office/drawing/2014/main" id="{E1483275-1175-404A-97BC-3EEFFA5E7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Graphic 33">
              <a:extLst>
                <a:ext uri="{FF2B5EF4-FFF2-40B4-BE49-F238E27FC236}">
                  <a16:creationId xmlns:a16="http://schemas.microsoft.com/office/drawing/2014/main" id="{60689BAD-19EB-4F4A-A065-9EB311882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46153" y="1289050"/>
            <a:ext cx="5612638" cy="2610421"/>
          </a:xfrm>
        </p:spPr>
        <p:txBody>
          <a:bodyPr>
            <a:normAutofit/>
          </a:bodyPr>
          <a:lstStyle/>
          <a:p>
            <a:r>
              <a:rPr lang="ru-RU" dirty="0"/>
              <a:t>Геометрический калькулятор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46153" y="3905251"/>
            <a:ext cx="8128676" cy="1733572"/>
          </a:xfrm>
        </p:spPr>
        <p:txBody>
          <a:bodyPr>
            <a:normAutofit/>
          </a:bodyPr>
          <a:lstStyle/>
          <a:p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488D3-BBB9-592C-8F37-D6A2E8AB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7323"/>
            <a:ext cx="5490073" cy="19142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Реализация приложения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0A30F-677B-8E4C-332D-72364B807DF8}"/>
              </a:ext>
            </a:extLst>
          </p:cNvPr>
          <p:cNvSpPr txBox="1"/>
          <p:nvPr/>
        </p:nvSpPr>
        <p:spPr>
          <a:xfrm>
            <a:off x="838199" y="2788920"/>
            <a:ext cx="5490073" cy="33880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aseline="0">
                <a:solidFill>
                  <a:schemeClr val="tx2">
                    <a:lumMod val="60000"/>
                    <a:lumOff val="40000"/>
                  </a:schemeClr>
                </a:solidFill>
              </a:rPr>
              <a:t> первом экране была реализована кнопка и главное изображение приложения с приветственным текстом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C7C3B1-A762-4683-8DC0-FDE202C7D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00" cy="6864437"/>
            <a:chOff x="7433816" y="-6437"/>
            <a:chExt cx="41335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9ED225-F3C7-4528-920C-245DFBA2E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990343-EA5D-4B3B-8816-6084C5BE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B7FCFF-F925-4BD3-9747-281D76020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56022A-471C-402E-8FB7-07349DE5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Объект 4" descr="Изображение выглядит как снимок экрана, диаграмма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AE49AB-494D-5D71-F2C8-4E0A2DDB6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7386" y="745272"/>
            <a:ext cx="3005815" cy="53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1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977A1-29BA-4465-3A37-5311443B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ru-RU" dirty="0"/>
              <a:t>Реализация приложения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C52E7A-1969-F523-5BF5-1A0DE28A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ea typeface="+mn-lt"/>
                <a:cs typeface="+mn-lt"/>
              </a:rPr>
              <a:t>Во втором экране был реализован спиннер с двумя выборами, а так же EditText для считывания информации для расчета. А так же кнопка перехода на следующий экран с функцией расчета. Был реализован ImageView для смены картинки при изменении выбора в </a:t>
            </a:r>
            <a:r>
              <a:rPr lang="ru-RU" err="1">
                <a:ea typeface="+mn-lt"/>
                <a:cs typeface="+mn-lt"/>
              </a:rPr>
              <a:t>спинере</a:t>
            </a:r>
            <a:r>
              <a:rPr lang="ru-RU">
                <a:ea typeface="+mn-lt"/>
                <a:cs typeface="+mn-lt"/>
              </a:rPr>
              <a:t>. </a:t>
            </a:r>
            <a:endParaRPr lang="ru-R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DE7C9A-074C-6A93-DC8E-42B4A0A1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962" y="868081"/>
            <a:ext cx="2918764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7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ACF1F-D004-7152-6810-D1EAC24D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D88CF-C69E-5611-D16D-5D9900B7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ea typeface="+mn-lt"/>
                <a:cs typeface="+mn-lt"/>
              </a:rPr>
              <a:t>В третьем экране реализованы 2 EditText и в первом пишется название выбранной фигуры, а во втором результат расчета, и кнопка которая возвращает в первый экран.</a:t>
            </a:r>
            <a:endParaRPr lang="ru-RU"/>
          </a:p>
          <a:p>
            <a:endParaRPr lang="ru-R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197BFE-83A8-D49B-E468-01E6067D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767" y="868081"/>
            <a:ext cx="2829153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1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B55E2-A345-D2C6-30A0-5E0EB335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ru-RU" dirty="0"/>
              <a:t>Схема классов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68A4FC-C917-4400-E711-BAA8F73E9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Реализованна</a:t>
            </a:r>
            <a:r>
              <a:rPr lang="en-US" dirty="0"/>
              <a:t> </a:t>
            </a:r>
            <a:r>
              <a:rPr lang="en-US" dirty="0" err="1"/>
              <a:t>данная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484719-904B-D1E6-F529-02145751D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442" y="868081"/>
            <a:ext cx="1625803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6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D9D8F-C979-3E3B-BE48-421D8340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Используемые архитектурные решения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F5CE0D-9892-BD4F-8AE5-BB55CE555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Использовался язык программирования Kotlin для создания классов и язык разметки Android XML для разметки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431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FB638-3DF3-4966-A6DD-E4CD92CE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43D626-B2A7-691F-3F3B-899C4FE67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767" y="2218210"/>
            <a:ext cx="74199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79225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ArchVTI</vt:lpstr>
      <vt:lpstr>Геометрический калькулятор</vt:lpstr>
      <vt:lpstr>Реализация приложения</vt:lpstr>
      <vt:lpstr>Реализация приложения </vt:lpstr>
      <vt:lpstr>Реализация приложения</vt:lpstr>
      <vt:lpstr>Схема классов</vt:lpstr>
      <vt:lpstr>Используемые архитектурные решения</vt:lpstr>
      <vt:lpstr>Используемые библиотеки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2025-12-06T06:40:56Z</dcterms:created>
  <dcterms:modified xsi:type="dcterms:W3CDTF">2025-12-06T06:55:52Z</dcterms:modified>
</cp:coreProperties>
</file>